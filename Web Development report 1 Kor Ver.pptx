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>
    <p:restoredLeft sz="13248"/>
    <p:restoredTop sz="95245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7216" cy="73737216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401" y="1217612"/>
            <a:ext cx="10363198" cy="2052000"/>
          </a:xfrm>
        </p:spPr>
        <p:txBody>
          <a:bodyPr vert="horz" wrap="square" lIns="91440" tIns="45720" rIns="91440" bIns="45720" anchor="ctr">
            <a:normAutofit/>
          </a:bodyPr>
          <a:lstStyle/>
          <a:p>
            <a:pPr>
              <a:spcBef>
                <a:spcPts val="800"/>
              </a:spcBef>
              <a:spcAft>
                <a:spcPts val="700"/>
              </a:spcAft>
              <a:defRPr/>
            </a:pPr>
            <a:r>
              <a:rPr lang="ko-KR" altLang="en-US" sz="4300" b="1">
                <a:solidFill>
                  <a:schemeClr val="bg1"/>
                </a:solidFill>
                <a:latin typeface="HY헤드라인M"/>
                <a:ea typeface="HY헤드라인M"/>
              </a:rPr>
              <a:t>웹 개발 공부</a:t>
            </a:r>
            <a:endParaRPr lang="ko-KR" altLang="en-US" sz="4300" b="1">
              <a:solidFill>
                <a:schemeClr val="bg1"/>
              </a:solidFill>
              <a:latin typeface="HY헤드라인M"/>
              <a:ea typeface="HY헤드라인M"/>
            </a:endParaRPr>
          </a:p>
          <a:p>
            <a:pPr>
              <a:spcBef>
                <a:spcPts val="800"/>
              </a:spcBef>
              <a:spcAft>
                <a:spcPts val="700"/>
              </a:spcAft>
              <a:defRPr/>
            </a:pPr>
            <a:r>
              <a:rPr lang="ko-KR" altLang="en-US" b="1" spc="200">
                <a:solidFill>
                  <a:schemeClr val="bg1"/>
                </a:solidFill>
                <a:latin typeface="HY헤드라인M"/>
                <a:ea typeface="HY헤드라인M"/>
              </a:rPr>
              <a:t>보고서</a:t>
            </a:r>
            <a:endParaRPr lang="ko-KR" altLang="en-US" b="1" spc="200">
              <a:solidFill>
                <a:schemeClr val="bg1"/>
              </a:solidFill>
              <a:latin typeface="HY헤드라인M"/>
              <a:ea typeface="HY헤드라인M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9240308" y="5658114"/>
            <a:ext cx="2037291" cy="3597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b="1">
                <a:solidFill>
                  <a:schemeClr val="bg1"/>
                </a:solidFill>
                <a:latin typeface="돋움체"/>
                <a:ea typeface="돋움체"/>
              </a:rPr>
              <a:t>저자</a:t>
            </a:r>
            <a:r>
              <a:rPr lang="en-US" altLang="ko-KR" b="1">
                <a:solidFill>
                  <a:schemeClr val="bg1"/>
                </a:solidFill>
                <a:latin typeface="돋움체"/>
                <a:ea typeface="돋움체"/>
              </a:rPr>
              <a:t>:</a:t>
            </a:r>
            <a:r>
              <a:rPr lang="ko-KR" altLang="en-US" b="1">
                <a:solidFill>
                  <a:schemeClr val="bg1"/>
                </a:solidFill>
                <a:latin typeface="돋움체"/>
                <a:ea typeface="돋움체"/>
              </a:rPr>
              <a:t> </a:t>
            </a:r>
            <a:r>
              <a:rPr lang="en-US" altLang="ko-KR" b="1">
                <a:solidFill>
                  <a:schemeClr val="bg1"/>
                </a:solidFill>
                <a:latin typeface="돋움체"/>
                <a:ea typeface="돋움체"/>
              </a:rPr>
              <a:t>Aniki1104</a:t>
            </a:r>
            <a:endParaRPr lang="en-US" altLang="ko-KR" b="1">
              <a:solidFill>
                <a:schemeClr val="bg1"/>
              </a:solidFill>
              <a:latin typeface="돋움체"/>
              <a:ea typeface="돋움체"/>
            </a:endParaRPr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118850" y="5533130"/>
            <a:ext cx="621530" cy="609748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0" y="6497208"/>
            <a:ext cx="1455208" cy="36079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>
                <a:solidFill>
                  <a:schemeClr val="bg1"/>
                </a:solidFill>
                <a:latin typeface="돋움체"/>
                <a:ea typeface="돋움체"/>
              </a:rPr>
              <a:t>2023-08-23</a:t>
            </a:r>
            <a:endParaRPr lang="en-US" altLang="ko-KR">
              <a:solidFill>
                <a:schemeClr val="bg1"/>
              </a:solidFill>
              <a:latin typeface="돋움체"/>
              <a:ea typeface="돋움체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9240308" y="6316738"/>
            <a:ext cx="1825626" cy="36086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b="1">
                <a:solidFill>
                  <a:schemeClr val="bg1"/>
                </a:solidFill>
              </a:rPr>
              <a:t>Korean ver.</a:t>
            </a:r>
            <a:endParaRPr lang="en-US" altLang="ko-KR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824176" y="644260"/>
            <a:ext cx="2156354" cy="5476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3000">
                <a:latin typeface="HY헤드라인M"/>
                <a:ea typeface="HY헤드라인M"/>
              </a:rPr>
              <a:t>차례</a:t>
            </a:r>
            <a:endParaRPr lang="ko-KR" altLang="en-US" sz="3000">
              <a:latin typeface="HY헤드라인M"/>
              <a:ea typeface="HY헤드라인M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824176" y="1914260"/>
            <a:ext cx="4550833" cy="3888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>
                <a:latin typeface="돋움체"/>
                <a:ea typeface="돋움체"/>
              </a:rPr>
              <a:t>본 개발의 목적 및 개발 방법 설명</a:t>
            </a:r>
            <a:endParaRPr lang="ko-KR" altLang="en-US" sz="2000">
              <a:latin typeface="돋움체"/>
              <a:ea typeface="돋움체"/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824176" y="2774154"/>
            <a:ext cx="3294063" cy="39576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2000">
                <a:latin typeface="돋움체"/>
                <a:ea typeface="돋움체"/>
              </a:rPr>
              <a:t>개발 내용 서술</a:t>
            </a:r>
            <a:endParaRPr lang="ko-KR" altLang="en-US" sz="2000">
              <a:latin typeface="돋움체"/>
              <a:ea typeface="돋움체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824176" y="3707075"/>
            <a:ext cx="3294063" cy="3941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000">
                <a:latin typeface="돋움체"/>
                <a:ea typeface="돋움체"/>
              </a:rPr>
              <a:t>개발 결과 도출</a:t>
            </a:r>
            <a:endParaRPr lang="ko-KR" altLang="en-US" sz="2000">
              <a:latin typeface="돋움체"/>
              <a:ea typeface="돋움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446617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ko-KR" altLang="en-US" b="1">
                <a:latin typeface="HY헤드라인M"/>
                <a:ea typeface="HY헤드라인M"/>
              </a:rPr>
              <a:t>본 개발의 목적</a:t>
            </a:r>
            <a:endParaRPr lang="ko-KR" altLang="en-US" b="1">
              <a:latin typeface="HY헤드라인M"/>
              <a:ea typeface="HY헤드라인M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609601" y="1927489"/>
            <a:ext cx="10639159" cy="229970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>
              <a:spcBef>
                <a:spcPts val="800"/>
              </a:spcBef>
              <a:spcAft>
                <a:spcPts val="700"/>
              </a:spcAft>
              <a:defRPr/>
            </a:pP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웹 개발의 기초를 끌어내고 웹 개발이 무엇인지 이해하기 위해 작은 프로젝트를 시행하기로 하였으나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,</a:t>
            </a: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아직은 기초적인 개념이나 상식 등이 없기때문에 강의를 들으며 날먹하였습니다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.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800"/>
              </a:spcBef>
              <a:spcAft>
                <a:spcPts val="700"/>
              </a:spcAft>
              <a:defRPr/>
            </a:pP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800"/>
              </a:spcBef>
              <a:spcAft>
                <a:spcPts val="700"/>
              </a:spcAft>
              <a:defRPr/>
            </a:pP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강의는 아주 예전에 등록해두었던 클래스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101</a:t>
            </a: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에서 참고하였습니다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.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446617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ko-KR" altLang="en-US" b="1">
                <a:latin typeface="HY헤드라인M"/>
                <a:ea typeface="HY헤드라인M"/>
              </a:rPr>
              <a:t>개발 내용</a:t>
            </a:r>
            <a:endParaRPr lang="ko-KR" altLang="en-US" b="1">
              <a:latin typeface="HY헤드라인M"/>
              <a:ea typeface="HY헤드라인M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609601" y="1927488"/>
            <a:ext cx="10639159" cy="364273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사용된 프로그램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:</a:t>
            </a: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비주얼 스튜디오 코드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,</a:t>
            </a: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nodejs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사용된 모듈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:</a:t>
            </a: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npm</a:t>
            </a:r>
            <a:r>
              <a:rPr lang="en-US" altLang="ko-KR">
                <a:solidFill>
                  <a:schemeClr val="tx1"/>
                </a:solidFill>
                <a:latin typeface="돋움체"/>
                <a:ea typeface="돋움체"/>
              </a:rPr>
              <a:t>(node package module)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 express, path, serve-static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In terminal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npm init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npm i express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npm i path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npm i serve-static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7729802" y="6187281"/>
            <a:ext cx="4462198" cy="36401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>
                <a:latin typeface="돋움체"/>
                <a:ea typeface="돋움체"/>
              </a:rPr>
              <a:t>개발 기간</a:t>
            </a:r>
            <a:r>
              <a:rPr lang="en-US" altLang="ko-KR">
                <a:latin typeface="돋움체"/>
                <a:ea typeface="돋움체"/>
              </a:rPr>
              <a:t>:</a:t>
            </a:r>
            <a:r>
              <a:rPr lang="ko-KR" altLang="en-US">
                <a:latin typeface="돋움체"/>
                <a:ea typeface="돋움체"/>
              </a:rPr>
              <a:t> </a:t>
            </a:r>
            <a:r>
              <a:rPr lang="en-US" altLang="ko-KR">
                <a:latin typeface="돋움체"/>
                <a:ea typeface="돋움체"/>
              </a:rPr>
              <a:t>2023.08.20</a:t>
            </a:r>
            <a:r>
              <a:rPr lang="ko-KR" altLang="en-US">
                <a:latin typeface="돋움체"/>
                <a:ea typeface="돋움체"/>
              </a:rPr>
              <a:t> </a:t>
            </a:r>
            <a:r>
              <a:rPr lang="en-US" altLang="ko-KR">
                <a:latin typeface="돋움체"/>
                <a:ea typeface="돋움체"/>
              </a:rPr>
              <a:t>21:00</a:t>
            </a:r>
            <a:r>
              <a:rPr lang="ko-KR" altLang="en-US">
                <a:latin typeface="돋움체"/>
                <a:ea typeface="돋움체"/>
              </a:rPr>
              <a:t> </a:t>
            </a:r>
            <a:r>
              <a:rPr lang="en-US" altLang="ko-KR">
                <a:latin typeface="돋움체"/>
                <a:ea typeface="돋움체"/>
              </a:rPr>
              <a:t>~</a:t>
            </a:r>
            <a:r>
              <a:rPr lang="ko-KR" altLang="en-US">
                <a:latin typeface="돋움체"/>
                <a:ea typeface="돋움체"/>
              </a:rPr>
              <a:t> </a:t>
            </a:r>
            <a:r>
              <a:rPr lang="en-US" altLang="ko-KR">
                <a:latin typeface="돋움체"/>
                <a:ea typeface="돋움체"/>
              </a:rPr>
              <a:t>22:05</a:t>
            </a:r>
            <a:endParaRPr lang="en-US" altLang="ko-KR">
              <a:latin typeface="돋움체"/>
              <a:ea typeface="돋움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446617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ko-KR" altLang="en-US" b="1">
                <a:latin typeface="HY헤드라인M"/>
                <a:ea typeface="HY헤드라인M"/>
              </a:rPr>
              <a:t>개발 내용</a:t>
            </a:r>
            <a:endParaRPr lang="ko-KR" altLang="en-US" b="1">
              <a:latin typeface="HY헤드라인M"/>
              <a:ea typeface="HY헤드라인M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609601" y="1589614"/>
            <a:ext cx="10639159" cy="472355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ko-KR" altLang="en-US" sz="2100">
                <a:solidFill>
                  <a:schemeClr val="tx1"/>
                </a:solidFill>
                <a:latin typeface="돋움체"/>
                <a:ea typeface="돋움체"/>
              </a:rPr>
              <a:t>에디터에서 새 파일 </a:t>
            </a:r>
            <a:r>
              <a:rPr lang="en-US" altLang="ko-KR" sz="2100">
                <a:solidFill>
                  <a:schemeClr val="tx1"/>
                </a:solidFill>
                <a:latin typeface="돋움체"/>
                <a:ea typeface="돋움체"/>
              </a:rPr>
              <a:t>app.js </a:t>
            </a:r>
            <a:r>
              <a:rPr lang="ko-KR" altLang="en-US" sz="2100">
                <a:solidFill>
                  <a:schemeClr val="tx1"/>
                </a:solidFill>
                <a:latin typeface="돋움체"/>
                <a:ea typeface="돋움체"/>
              </a:rPr>
              <a:t>생성</a:t>
            </a:r>
            <a:endParaRPr lang="ko-KR" altLang="en-US" sz="21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const express = require('express');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const path = require('path');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const static = require('serve-static');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var app = express();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app.use('/w',static(path.join(__dirname,'web')));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app.get('/',(req,res)=&gt; {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  res.redirect(302,'/w/index.html');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});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app.listen(3000,() =&gt; {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  console.log('server start');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1500">
                <a:solidFill>
                  <a:schemeClr val="tx1"/>
                </a:solidFill>
                <a:latin typeface="돋움체"/>
                <a:ea typeface="돋움체"/>
              </a:rPr>
              <a:t>})</a:t>
            </a:r>
            <a:endParaRPr lang="ko-KR" altLang="en-US" sz="1500">
              <a:solidFill>
                <a:schemeClr val="tx1"/>
              </a:solidFill>
              <a:latin typeface="돋움체"/>
              <a:ea typeface="돋움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446617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ko-KR" altLang="en-US" b="1">
                <a:latin typeface="HY헤드라인M"/>
                <a:ea typeface="HY헤드라인M"/>
              </a:rPr>
              <a:t>개발 내용</a:t>
            </a:r>
            <a:endParaRPr lang="ko-KR" altLang="en-US" b="1">
              <a:latin typeface="HY헤드라인M"/>
              <a:ea typeface="HY헤드라인M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609601" y="1589614"/>
            <a:ext cx="10639159" cy="72305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ko-KR" altLang="en-US" sz="2100">
                <a:solidFill>
                  <a:schemeClr val="tx1"/>
                </a:solidFill>
                <a:latin typeface="돋움체"/>
                <a:ea typeface="돋움체"/>
              </a:rPr>
              <a:t> </a:t>
            </a:r>
            <a:r>
              <a:rPr lang="en-US" altLang="ko-KR" sz="2100">
                <a:solidFill>
                  <a:schemeClr val="tx1"/>
                </a:solidFill>
                <a:latin typeface="돋움체"/>
                <a:ea typeface="돋움체"/>
              </a:rPr>
              <a:t>html </a:t>
            </a:r>
            <a:r>
              <a:rPr lang="ko-KR" altLang="en-US" sz="2100">
                <a:solidFill>
                  <a:schemeClr val="tx1"/>
                </a:solidFill>
                <a:latin typeface="돋움체"/>
                <a:ea typeface="돋움체"/>
              </a:rPr>
              <a:t>확장자명의 문서를 프로그램을 이용해 만들고 개발 중인 프로그램 폴더에 </a:t>
            </a:r>
            <a:r>
              <a:rPr lang="en-US" altLang="ko-KR" sz="2100">
                <a:solidFill>
                  <a:schemeClr val="tx1"/>
                </a:solidFill>
                <a:latin typeface="돋움체"/>
                <a:ea typeface="돋움체"/>
              </a:rPr>
              <a:t>web</a:t>
            </a:r>
            <a:r>
              <a:rPr lang="ko-KR" altLang="en-US" sz="2100">
                <a:solidFill>
                  <a:schemeClr val="tx1"/>
                </a:solidFill>
                <a:latin typeface="돋움체"/>
                <a:ea typeface="돋움체"/>
              </a:rPr>
              <a:t>폴더를 생성해 그곳에 </a:t>
            </a:r>
            <a:r>
              <a:rPr lang="en-US" altLang="ko-KR" sz="2100">
                <a:solidFill>
                  <a:schemeClr val="tx1"/>
                </a:solidFill>
                <a:latin typeface="돋움체"/>
                <a:ea typeface="돋움체"/>
              </a:rPr>
              <a:t>html </a:t>
            </a:r>
            <a:r>
              <a:rPr lang="ko-KR" altLang="en-US" sz="2100">
                <a:solidFill>
                  <a:schemeClr val="tx1"/>
                </a:solidFill>
                <a:latin typeface="돋움체"/>
                <a:ea typeface="돋움체"/>
              </a:rPr>
              <a:t>문서를 저장하였습니다</a:t>
            </a:r>
            <a:r>
              <a:rPr lang="en-US" altLang="ko-KR" sz="2100">
                <a:solidFill>
                  <a:schemeClr val="tx1"/>
                </a:solidFill>
                <a:latin typeface="돋움체"/>
                <a:ea typeface="돋움체"/>
              </a:rPr>
              <a:t>.</a:t>
            </a:r>
            <a:endParaRPr lang="en-US" altLang="ko-KR" sz="2100">
              <a:solidFill>
                <a:schemeClr val="tx1"/>
              </a:solidFill>
              <a:latin typeface="돋움체"/>
              <a:ea typeface="돋움체"/>
            </a:endParaRPr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1" y="2614612"/>
            <a:ext cx="4248149" cy="3690161"/>
          </a:xfrm>
          <a:prstGeom prst="rect">
            <a:avLst/>
          </a:prstGeom>
        </p:spPr>
      </p:pic>
      <p:cxnSp>
        <p:nvCxnSpPr>
          <p:cNvPr id="6" name=""/>
          <p:cNvCxnSpPr/>
          <p:nvPr/>
        </p:nvCxnSpPr>
        <p:spPr>
          <a:xfrm>
            <a:off x="609600" y="2614612"/>
            <a:ext cx="4249490" cy="0"/>
          </a:xfrm>
          <a:prstGeom prst="line">
            <a:avLst/>
          </a:prstGeom>
          <a:ln algn="ctr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"/>
          <p:cNvCxnSpPr/>
          <p:nvPr/>
        </p:nvCxnSpPr>
        <p:spPr>
          <a:xfrm>
            <a:off x="609601" y="6304774"/>
            <a:ext cx="4249490" cy="0"/>
          </a:xfrm>
          <a:prstGeom prst="line">
            <a:avLst/>
          </a:prstGeom>
          <a:ln algn="ctr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"/>
          <p:cNvCxnSpPr/>
          <p:nvPr/>
        </p:nvCxnSpPr>
        <p:spPr>
          <a:xfrm rot="16200000" flipH="1" flipV="1">
            <a:off x="3014011" y="4459689"/>
            <a:ext cx="3690164" cy="5"/>
          </a:xfrm>
          <a:prstGeom prst="line">
            <a:avLst/>
          </a:prstGeom>
          <a:ln algn="ctr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"/>
          <p:cNvCxnSpPr/>
          <p:nvPr/>
        </p:nvCxnSpPr>
        <p:spPr>
          <a:xfrm rot="16200000" flipH="1" flipV="1">
            <a:off x="-1235478" y="4459691"/>
            <a:ext cx="3690164" cy="5"/>
          </a:xfrm>
          <a:prstGeom prst="line">
            <a:avLst/>
          </a:prstGeom>
          <a:ln algn="ctr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446617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ko-KR" altLang="en-US" b="1">
                <a:latin typeface="HY헤드라인M"/>
                <a:ea typeface="HY헤드라인M"/>
              </a:rPr>
              <a:t>개발 결과</a:t>
            </a:r>
            <a:endParaRPr lang="ko-KR" altLang="en-US" b="1">
              <a:latin typeface="HY헤드라인M"/>
              <a:ea typeface="HY헤드라인M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609601" y="1927487"/>
            <a:ext cx="10639159" cy="82333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터미널에 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node app </a:t>
            </a: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명령어를 입력하니 인터넷 브라우저의 페이지에서 생성했던 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html </a:t>
            </a: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문서가 성공적으로 보이는 것을 확인했습니다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.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</p:txBody>
      </p:sp>
      <p:pic>
        <p:nvPicPr>
          <p:cNvPr id="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1" y="2750820"/>
            <a:ext cx="7301654" cy="4107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446617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ko-KR" altLang="en-US" b="1">
                <a:latin typeface="HY헤드라인M"/>
                <a:ea typeface="HY헤드라인M"/>
              </a:rPr>
              <a:t>개발 결과</a:t>
            </a:r>
            <a:endParaRPr lang="ko-KR" altLang="en-US" b="1">
              <a:latin typeface="HY헤드라인M"/>
              <a:ea typeface="HY헤드라인M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609601" y="1927487"/>
            <a:ext cx="10639159" cy="2090157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비록 웹 개발을 하는데는 성공했으나 웹 개발의 자세한 원리를 파악할 수 없었고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,</a:t>
            </a: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아직 코드들이 어떤 기능을 하는지는 이해할 수 없었기때문에 아쉬움이 남습니다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.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  <a:p>
            <a:pPr>
              <a:spcBef>
                <a:spcPts val="650"/>
              </a:spcBef>
              <a:spcAft>
                <a:spcPts val="650"/>
              </a:spcAft>
              <a:defRPr/>
            </a:pPr>
            <a:r>
              <a:rPr lang="ko-KR" altLang="en-US" sz="2400">
                <a:solidFill>
                  <a:schemeClr val="tx1"/>
                </a:solidFill>
                <a:latin typeface="돋움체"/>
                <a:ea typeface="돋움체"/>
              </a:rPr>
              <a:t> 앞으로 많은 프로젝트들을 통해 웹 개발에 익숙해지고 독자적으로도 프로젝트를 할 수 있게 될때까지 성장하는 것을 목표로 삼고 있습니다</a:t>
            </a:r>
            <a:r>
              <a:rPr lang="en-US" altLang="ko-KR" sz="2400">
                <a:solidFill>
                  <a:schemeClr val="tx1"/>
                </a:solidFill>
                <a:latin typeface="돋움체"/>
                <a:ea typeface="돋움체"/>
              </a:rPr>
              <a:t>.</a:t>
            </a:r>
            <a:endParaRPr lang="en-US" altLang="ko-KR" sz="2400">
              <a:solidFill>
                <a:schemeClr val="tx1"/>
              </a:solidFill>
              <a:latin typeface="돋움체"/>
              <a:ea typeface="돋움체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184</ep:Words>
  <ep:PresentationFormat>화면 슬라이드 쇼(4:3)</ep:PresentationFormat>
  <ep:Paragraphs>41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한컴오피스</vt:lpstr>
      <vt:lpstr>웹 개발 공부 보고서</vt:lpstr>
      <vt:lpstr>슬라이드 2</vt:lpstr>
      <vt:lpstr>본 개발의 목적</vt:lpstr>
      <vt:lpstr>개발 내용</vt:lpstr>
      <vt:lpstr>개발 내용</vt:lpstr>
      <vt:lpstr>개발 내용</vt:lpstr>
      <vt:lpstr>개발 결과</vt:lpstr>
      <vt:lpstr>개발 결과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2023-08-23T07:37:34.798</dcterms:created>
  <dc:creator>paker</dc:creator>
  <cp:lastModifiedBy>paker</cp:lastModifiedBy>
  <dcterms:modified xsi:type="dcterms:W3CDTF">2023-08-23T08:43:53.655</dcterms:modified>
  <cp:revision>17</cp:revision>
  <cp:version>0906.0100.01</cp:version>
</cp:coreProperties>
</file>